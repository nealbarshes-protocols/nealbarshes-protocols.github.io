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064" r:id="rId2"/>
    <p:sldId id="10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F1F3D"/>
    <a:srgbClr val="FF6D6D"/>
    <a:srgbClr val="FFFF99"/>
    <a:srgbClr val="1A427D"/>
    <a:srgbClr val="01458C"/>
    <a:srgbClr val="81806B"/>
    <a:srgbClr val="568E8D"/>
    <a:srgbClr val="FEC880"/>
    <a:srgbClr val="C2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128E0-0179-4FF3-8CFF-12BA02A6981C}" v="1" dt="2026-06-22T20:53:33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68" autoAdjust="0"/>
    <p:restoredTop sz="36737" autoAdjust="0"/>
  </p:normalViewPr>
  <p:slideViewPr>
    <p:cSldViewPr snapToGrid="0">
      <p:cViewPr varScale="1">
        <p:scale>
          <a:sx n="72" d="100"/>
          <a:sy n="72" d="100"/>
        </p:scale>
        <p:origin x="10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shes, Neal (HOU)" userId="00dc9a1f-2334-407b-96d9-5b34f80b01da" providerId="ADAL" clId="{171E045B-1E3B-4146-AB10-0FB07A63A88A}"/>
    <pc:docChg chg="custSel addSld delSld modSld">
      <pc:chgData name="Barshes, Neal (HOU)" userId="00dc9a1f-2334-407b-96d9-5b34f80b01da" providerId="ADAL" clId="{171E045B-1E3B-4146-AB10-0FB07A63A88A}" dt="2026-06-22T20:54:52.255" v="178" actId="115"/>
      <pc:docMkLst>
        <pc:docMk/>
      </pc:docMkLst>
      <pc:sldChg chg="del">
        <pc:chgData name="Barshes, Neal (HOU)" userId="00dc9a1f-2334-407b-96d9-5b34f80b01da" providerId="ADAL" clId="{171E045B-1E3B-4146-AB10-0FB07A63A88A}" dt="2026-06-22T20:53:06.342" v="0" actId="47"/>
        <pc:sldMkLst>
          <pc:docMk/>
          <pc:sldMk cId="1440871621" sldId="284"/>
        </pc:sldMkLst>
      </pc:sldChg>
      <pc:sldChg chg="del">
        <pc:chgData name="Barshes, Neal (HOU)" userId="00dc9a1f-2334-407b-96d9-5b34f80b01da" providerId="ADAL" clId="{171E045B-1E3B-4146-AB10-0FB07A63A88A}" dt="2026-06-22T20:53:09.728" v="3" actId="47"/>
        <pc:sldMkLst>
          <pc:docMk/>
          <pc:sldMk cId="192646949" sldId="1063"/>
        </pc:sldMkLst>
      </pc:sldChg>
      <pc:sldChg chg="addSp modSp mod modNotesTx">
        <pc:chgData name="Barshes, Neal (HOU)" userId="00dc9a1f-2334-407b-96d9-5b34f80b01da" providerId="ADAL" clId="{171E045B-1E3B-4146-AB10-0FB07A63A88A}" dt="2026-06-22T20:54:52.255" v="178" actId="115"/>
        <pc:sldMkLst>
          <pc:docMk/>
          <pc:sldMk cId="921827229" sldId="1065"/>
        </pc:sldMkLst>
        <pc:spChg chg="mod">
          <ac:chgData name="Barshes, Neal (HOU)" userId="00dc9a1f-2334-407b-96d9-5b34f80b01da" providerId="ADAL" clId="{171E045B-1E3B-4146-AB10-0FB07A63A88A}" dt="2026-06-22T20:53:16.061" v="4" actId="14100"/>
          <ac:spMkLst>
            <pc:docMk/>
            <pc:sldMk cId="921827229" sldId="1065"/>
            <ac:spMk id="3" creationId="{4C7E666C-BBD5-7BD8-6EDB-77D125A14F3C}"/>
          </ac:spMkLst>
        </pc:spChg>
        <pc:spChg chg="add mod">
          <ac:chgData name="Barshes, Neal (HOU)" userId="00dc9a1f-2334-407b-96d9-5b34f80b01da" providerId="ADAL" clId="{171E045B-1E3B-4146-AB10-0FB07A63A88A}" dt="2026-06-22T20:54:52.255" v="178" actId="115"/>
          <ac:spMkLst>
            <pc:docMk/>
            <pc:sldMk cId="921827229" sldId="1065"/>
            <ac:spMk id="4" creationId="{E8021653-FA46-8A97-CDE1-D791E021E777}"/>
          </ac:spMkLst>
        </pc:spChg>
      </pc:sldChg>
      <pc:sldChg chg="new del">
        <pc:chgData name="Barshes, Neal (HOU)" userId="00dc9a1f-2334-407b-96d9-5b34f80b01da" providerId="ADAL" clId="{171E045B-1E3B-4146-AB10-0FB07A63A88A}" dt="2026-06-22T20:54:36.946" v="173" actId="47"/>
        <pc:sldMkLst>
          <pc:docMk/>
          <pc:sldMk cId="3072242257" sldId="1066"/>
        </pc:sldMkLst>
      </pc:sldChg>
      <pc:sldChg chg="del">
        <pc:chgData name="Barshes, Neal (HOU)" userId="00dc9a1f-2334-407b-96d9-5b34f80b01da" providerId="ADAL" clId="{171E045B-1E3B-4146-AB10-0FB07A63A88A}" dt="2026-06-22T20:53:08.548" v="2" actId="47"/>
        <pc:sldMkLst>
          <pc:docMk/>
          <pc:sldMk cId="1796800028" sldId="1070"/>
        </pc:sldMkLst>
      </pc:sldChg>
      <pc:sldChg chg="del">
        <pc:chgData name="Barshes, Neal (HOU)" userId="00dc9a1f-2334-407b-96d9-5b34f80b01da" providerId="ADAL" clId="{171E045B-1E3B-4146-AB10-0FB07A63A88A}" dt="2026-06-22T20:53:07.558" v="1" actId="47"/>
        <pc:sldMkLst>
          <pc:docMk/>
          <pc:sldMk cId="1343264506" sldId="10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FF2D2-416D-4DEB-AE3D-7F2E3D944AD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1743D-965F-4E2B-A51F-B72A789B7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58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/>
              <a:t>NOTE: complication should be presented ONLY if the involved faculty surgeon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743D-965F-4E2B-A51F-B72A789B71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85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743D-965F-4E2B-A51F-B72A789B71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2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F90D-81BA-4E68-9F6E-C7D64C630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1AEEA-F77D-4D60-8CA9-060E1839A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4ABE8-D5C8-44DB-A7F4-C70A5BBF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1CD4-0ECB-4C2D-94DA-79D41A7F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49314-ABCF-423B-A0B2-2C387CE4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3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8F87-F348-4277-AE20-97BD6AE8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A2D9-11FE-4EFD-9216-4EB294B86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F41AA-0CE6-48A4-A498-5E4A9810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0664-0423-495B-A816-2678ADED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253E9-5E8D-464D-8A8D-0F6EC846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2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042D-B04A-403E-99C1-34AB744E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DCCF2-D318-458A-BB78-376F8B5A4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619FD-EE07-465E-98B2-BCD6095F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23A-9580-4AAF-A142-F3314940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6976C-6ACD-497A-B9E8-4A842788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2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B0ED-C2AF-4688-92F1-B0E9E14F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790CD-7F65-4CF6-A2A6-9941F691F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15212-C280-4164-9A6A-2BDEFE26B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544D9-CE9C-40ED-8906-F1DA0A673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E1141-AAFE-4402-9E2D-1606D62E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15FA0-6785-4FDA-8A9C-003E66CE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5379-2F41-4907-932E-986644ED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4DC61-B2FE-47B9-9782-79DE723BF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597D3-DB46-4AF7-A1FC-F2F92F35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61273-6CAB-4446-B030-616082FD0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F6A0A-E02C-4360-B998-B9862B44F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8677D-8C79-4351-BA21-27B320724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D4562-8BC4-4921-AA2C-CEDACC02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0C2A6-77FE-460C-A4E3-538C6027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CE99-022A-4C80-9A75-7527BF6C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54080-5525-46FB-8B5F-D3ADD65F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D14F1-A71D-48BE-9F8A-FC9A2C32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AA9BD-2469-4E32-989C-1A954C7F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7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2D5B7-4945-4644-9DB0-5AEDAE7F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B944D-7037-4A54-9571-3BAC1BB4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7D7D-078D-4D64-84A1-0339620D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0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217B-7E00-4D56-9BE2-6A13FFD9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736B-154C-4D21-BE9D-5FCCB90CF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FCFF1-3D76-4B61-AF90-21F353802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64850-321A-4F23-832F-C629BF829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F5847-DFA6-496E-A65B-962416E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C28EE-2A6E-4084-919F-EDFEDAFE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8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E15D-8FB9-4253-A8D5-161636AFD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67F47-88F1-42B8-9C71-B54DCA640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C53A4-0CF0-4513-9A0F-AA4876C4F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A1CB1-E4E2-4475-B0EB-C2385E37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E331C-98FC-4EBD-A115-50985B35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A532-6B30-475E-8996-673C3CAE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0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8800-D2DD-4046-AFE8-AF411288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82CF4-2ECC-4EEF-BEF5-61F747CA1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A0E9F-8248-4620-BAAF-0289FD75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59429-B40E-4D5F-9726-C158B0A0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315E9-8298-4DAD-83AE-ACCE12EE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6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6E1B8-AFCA-4DF0-9195-13F5CF33B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94B1A-DBBD-43EE-B08C-7FE365A87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88AAE-1AB0-4369-8A5E-7DD1D10A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B15B-2E0F-486C-B4C2-7C155855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B86E-8EFA-4363-B970-8D7841F6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7A881-22F0-4A3A-837D-18832427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58425-EEC5-4F78-B1C4-02DF0380C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FC363-607F-4E00-91BB-FA89C0139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7DE6-C7DC-4DDD-8F7C-44503E3EDBA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8415-9C65-4557-AE8A-7AC0562A9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C9EEB-13DF-4ECA-AE94-6C7D9F2B8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09A96-0AF8-4438-B48A-9ACE1EC76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6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9417D"/>
            </a:gs>
            <a:gs pos="68000">
              <a:srgbClr val="345B93"/>
            </a:gs>
            <a:gs pos="36000">
              <a:srgbClr val="204983"/>
            </a:gs>
            <a:gs pos="100000">
              <a:srgbClr val="4C71A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Text&#10;&#10;AI-generated content may be incorrect.">
            <a:extLst>
              <a:ext uri="{FF2B5EF4-FFF2-40B4-BE49-F238E27FC236}">
                <a16:creationId xmlns:a16="http://schemas.microsoft.com/office/drawing/2014/main" id="{0A84832F-D70D-5FFF-E15E-68FE10A3B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58" y="444241"/>
            <a:ext cx="2664241" cy="6147781"/>
          </a:xfrm>
          <a:prstGeom prst="rect">
            <a:avLst/>
          </a:prstGeom>
        </p:spPr>
      </p:pic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64900DFE-3B39-2AC2-6601-CC4DA2B2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38827"/>
              </p:ext>
            </p:extLst>
          </p:nvPr>
        </p:nvGraphicFramePr>
        <p:xfrm>
          <a:off x="555607" y="3518131"/>
          <a:ext cx="7496312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5062">
                  <a:extLst>
                    <a:ext uri="{9D8B030D-6E8A-4147-A177-3AD203B41FA5}">
                      <a16:colId xmlns:a16="http://schemas.microsoft.com/office/drawing/2014/main" val="4032481633"/>
                    </a:ext>
                  </a:extLst>
                </a:gridCol>
                <a:gridCol w="4301250">
                  <a:extLst>
                    <a:ext uri="{9D8B030D-6E8A-4147-A177-3AD203B41FA5}">
                      <a16:colId xmlns:a16="http://schemas.microsoft.com/office/drawing/2014/main" val="483078826"/>
                    </a:ext>
                  </a:extLst>
                </a:gridCol>
              </a:tblGrid>
              <a:tr h="35330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Raleway" pitchFamily="2" charset="0"/>
                          <a:cs typeface="Arial" panose="020B0604020202020204" pitchFamily="34" charset="0"/>
                        </a:rPr>
                        <a:t>Hospital:</a:t>
                      </a: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Raleway" pitchFamily="2" charset="0"/>
                          <a:cs typeface="Arial" panose="020B0604020202020204" pitchFamily="34" charset="0"/>
                        </a:rPr>
                        <a:t>MEDVAMC</a:t>
                      </a: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078793"/>
                  </a:ext>
                </a:extLst>
              </a:tr>
              <a:tr h="35330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Raleway" pitchFamily="2" charset="0"/>
                          <a:cs typeface="Arial" panose="020B0604020202020204" pitchFamily="34" charset="0"/>
                        </a:rPr>
                        <a:t>Date:</a:t>
                      </a: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Raleway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US" sz="24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Raleway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414925"/>
                  </a:ext>
                </a:extLst>
              </a:tr>
              <a:tr h="35330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Raleway" pitchFamily="2" charset="0"/>
                          <a:cs typeface="Arial" panose="020B0604020202020204" pitchFamily="34" charset="0"/>
                        </a:rPr>
                        <a:t>Faculty surgeon:</a:t>
                      </a: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Raleway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US" sz="24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Raleway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118761"/>
                  </a:ext>
                </a:extLst>
              </a:tr>
              <a:tr h="359558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Raleway" pitchFamily="2" charset="0"/>
                          <a:cs typeface="Arial" panose="020B0604020202020204" pitchFamily="34" charset="0"/>
                        </a:rPr>
                        <a:t>Trainee surgeon:</a:t>
                      </a: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Raleway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US" sz="24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Raleway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90266"/>
                  </a:ext>
                </a:extLst>
              </a:tr>
              <a:tr h="383043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Raleway" pitchFamily="2" charset="0"/>
                          <a:cs typeface="Arial" panose="020B0604020202020204" pitchFamily="34" charset="0"/>
                        </a:rPr>
                        <a:t>Presenting surgeon:</a:t>
                      </a: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Raleway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US" sz="24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Raleway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119747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0D66404-DCBB-EDDC-F27A-C4F04C44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07" y="625673"/>
            <a:ext cx="7496312" cy="1971674"/>
          </a:xfrm>
          <a:noFill/>
          <a:ln>
            <a:noFill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9933"/>
                </a:solidFill>
                <a:latin typeface="Aptos" panose="020B0004020202020204" pitchFamily="34" charset="0"/>
              </a:rPr>
              <a:t>___(complication[s]) after ____(procedure)</a:t>
            </a:r>
          </a:p>
        </p:txBody>
      </p:sp>
    </p:spTree>
    <p:extLst>
      <p:ext uri="{BB962C8B-B14F-4D97-AF65-F5344CB8AC3E}">
        <p14:creationId xmlns:p14="http://schemas.microsoft.com/office/powerpoint/2010/main" val="1259118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9417D"/>
            </a:gs>
            <a:gs pos="68000">
              <a:srgbClr val="345B93"/>
            </a:gs>
            <a:gs pos="36000">
              <a:srgbClr val="204983"/>
            </a:gs>
            <a:gs pos="100000">
              <a:srgbClr val="4C71A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E079-FA05-E39A-FA74-B8504B57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119856"/>
            <a:ext cx="10515600" cy="95420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Raleway" pitchFamily="2" charset="0"/>
              </a:rPr>
              <a:t>1.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  <a:latin typeface="Raleway" pitchFamily="2" charset="0"/>
              </a:rPr>
              <a:t>Presentation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Raleway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E666C-BBD5-7BD8-6EDB-77D125A14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86" y="1419225"/>
            <a:ext cx="10515600" cy="381538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Selected &amp; important </a:t>
            </a:r>
            <a:r>
              <a:rPr lang="en-US" sz="2400" i="1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phrases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 for HPI</a:t>
            </a:r>
          </a:p>
          <a:p>
            <a:r>
              <a:rPr lang="en-US" sz="2400" i="1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Relevant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history</a:t>
            </a:r>
          </a:p>
          <a:p>
            <a:r>
              <a:rPr lang="en-US" sz="2400" i="1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Relevant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 Labs/imaging studies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Neue Haas Grotesk Text Pro" panose="020B0504020202020204" pitchFamily="34" charset="0"/>
              </a:rPr>
              <a:t>Indication for initial intervention (if there was one):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4000" b="1" u="sng" dirty="0">
                <a:solidFill>
                  <a:schemeClr val="bg1">
                    <a:lumMod val="85000"/>
                  </a:schemeClr>
                </a:solidFill>
              </a:rPr>
              <a:t>18 total word maximum limit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21653-FA46-8A97-CDE1-D791E021E777}"/>
              </a:ext>
            </a:extLst>
          </p:cNvPr>
          <p:cNvSpPr txBox="1"/>
          <p:nvPr/>
        </p:nvSpPr>
        <p:spPr>
          <a:xfrm>
            <a:off x="676886" y="5234609"/>
            <a:ext cx="108382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NOTE: This presentation is for VA quality requirements only; </a:t>
            </a:r>
          </a:p>
          <a:p>
            <a:r>
              <a:rPr lang="en-US" sz="3200" dirty="0">
                <a:solidFill>
                  <a:srgbClr val="FFFF00"/>
                </a:solidFill>
              </a:rPr>
              <a:t>it is </a:t>
            </a:r>
            <a:r>
              <a:rPr lang="en-US" sz="3200" u="sng" dirty="0">
                <a:solidFill>
                  <a:srgbClr val="FFFF00"/>
                </a:solidFill>
              </a:rPr>
              <a:t>NOT</a:t>
            </a:r>
            <a:r>
              <a:rPr lang="en-US" sz="3200" dirty="0">
                <a:solidFill>
                  <a:srgbClr val="FFFF00"/>
                </a:solidFill>
              </a:rPr>
              <a:t> a full review for educational purposes.</a:t>
            </a:r>
          </a:p>
        </p:txBody>
      </p:sp>
    </p:spTree>
    <p:extLst>
      <p:ext uri="{BB962C8B-B14F-4D97-AF65-F5344CB8AC3E}">
        <p14:creationId xmlns:p14="http://schemas.microsoft.com/office/powerpoint/2010/main" val="921827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95f1b23-abaf-45ee-821d-b7ab251ab3bf}" enabled="0" method="" siteId="{e95f1b23-abaf-45ee-821d-b7ab251ab3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93</Words>
  <Application>Microsoft Office PowerPoint</Application>
  <PresentationFormat>Widescreen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Neue Haas Grotesk Text Pro</vt:lpstr>
      <vt:lpstr>Raleway</vt:lpstr>
      <vt:lpstr>Office Theme</vt:lpstr>
      <vt:lpstr>___(complication[s]) after ____(procedure)</vt:lpstr>
      <vt:lpstr>1.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Vascular Surgery M&amp;M</dc:title>
  <dc:creator>Choi, Justin</dc:creator>
  <cp:lastModifiedBy>Barshes, Neal Ryan</cp:lastModifiedBy>
  <cp:revision>6</cp:revision>
  <dcterms:created xsi:type="dcterms:W3CDTF">2021-09-03T16:20:39Z</dcterms:created>
  <dcterms:modified xsi:type="dcterms:W3CDTF">2026-06-22T20:54:55Z</dcterms:modified>
</cp:coreProperties>
</file>